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709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DocFlow AI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document intelligence, built on real enterprise access control — from drafting to retrieval, every step permission-aware.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4008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[Team Member Names — to be added]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What We Built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5394960"/>
          </a:xfrm>
          <a:prstGeom prst="roundRect">
            <a:avLst>
              <a:gd name="adj" fmla="val 135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68680" y="149047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574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scattered across drives, emails and tools — no consistent structure or quality bar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icon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364114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347472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is all-or-nothing and doesn't reflect real team/project hierarchy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68680" y="4937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icon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1" y="505846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489204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locked inside documents — no way to query content while respecting who's allowed to see what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263640" y="1234440"/>
            <a:ext cx="5394960" cy="5394960"/>
          </a:xfrm>
          <a:prstGeom prst="roundRect">
            <a:avLst>
              <a:gd name="adj" fmla="val 13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 txBox="1"/>
          <p:nvPr/>
        </p:nvSpPr>
        <p:spPr>
          <a:xfrm>
            <a:off x="6583680" y="149047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6583680" y="2103120"/>
            <a:ext cx="502920" cy="502920"/>
          </a:xfrm>
          <a:prstGeom prst="ellipse">
            <a:avLst/>
          </a:prstGeom>
          <a:solidFill>
            <a:srgbClr val="3A47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icon_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381" y="222382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69480" y="2057400"/>
            <a:ext cx="4023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Scanner — every document is parsed and AI-scored against a quality rubric before it's trusted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583680" y="3611880"/>
            <a:ext cx="502920" cy="502920"/>
          </a:xfrm>
          <a:prstGeom prst="ellipse">
            <a:avLst/>
          </a:prstGeom>
          <a:solidFill>
            <a:srgbClr val="3A47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4" descr="icon_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4381" y="3732581"/>
            <a:ext cx="261518" cy="26151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69480" y="3566160"/>
            <a:ext cx="4023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ABAC (not simplified RBAC) — roles scoped per team, sensitivity clearance, stage-gated approvals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6583680" y="5120640"/>
            <a:ext cx="502920" cy="502920"/>
          </a:xfrm>
          <a:prstGeom prst="ellipse">
            <a:avLst/>
          </a:prstGeom>
          <a:solidFill>
            <a:srgbClr val="3A47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5" descr="icon_mess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4381" y="5241341"/>
            <a:ext cx="261518" cy="26151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269480" y="5074920"/>
            <a:ext cx="4023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Q&amp;A — documents are vector-indexed so users can query content in natural language, with every answer filtered by real-time access checks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Key Features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8521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874520"/>
            <a:ext cx="0" cy="502920"/>
          </a:xfrm>
          <a:prstGeom prst="line">
            <a:avLst/>
          </a:prstGeom>
          <a:noFill/>
          <a:ln w="19050">
            <a:solidFill>
              <a:srgbClr val="5B6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237744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Agent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42160" y="237744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087880" y="237744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35680" y="237744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581400" y="237744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37744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074920" y="237744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Query Agent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3246120"/>
            <a:ext cx="0" cy="502920"/>
          </a:xfrm>
          <a:prstGeom prst="line">
            <a:avLst/>
          </a:prstGeom>
          <a:noFill/>
          <a:ln w="19050">
            <a:solidFill>
              <a:srgbClr val="5B6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852160" cy="1600200"/>
          </a:xfrm>
          <a:prstGeom prst="roundRect">
            <a:avLst>
              <a:gd name="adj" fmla="val 3429"/>
            </a:avLst>
          </a:prstGeom>
          <a:solidFill>
            <a:srgbClr val="3A47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22960" y="39502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0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4555541"/>
            <a:ext cx="261518" cy="26151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08760" y="440740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documents, versions, roles &amp; ABAC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97764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1" descr="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341" y="4555541"/>
            <a:ext cx="261518" cy="26151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617720" y="440740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— vector embeddings, access-filtered at query time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675120" y="960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675120" y="1371600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6839712" y="1527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2" descr="icon_checkSqu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636776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452360" y="14630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Workflows</a:t>
            </a:r>
            <a:endParaRPr lang="en-US" sz="1250" dirty="0"/>
          </a:p>
        </p:txBody>
      </p:sp>
      <p:sp>
        <p:nvSpPr>
          <p:cNvPr id="29" name="Text 24"/>
          <p:cNvSpPr txBox="1"/>
          <p:nvPr/>
        </p:nvSpPr>
        <p:spPr>
          <a:xfrm>
            <a:off x="7452360" y="173736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Access-grant requests and document approve/reject, stage-gated.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675120" y="2404872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6839712" y="2560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3" descr="icon_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2670048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452360" y="24963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Detection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7452360" y="277063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when new content contradicts something already finalized elsewhere in the project.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675120" y="3438144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0"/>
          <p:cNvSpPr/>
          <p:nvPr/>
        </p:nvSpPr>
        <p:spPr>
          <a:xfrm>
            <a:off x="6839712" y="35935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4" descr="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703320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452360" y="35295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&amp; Version-Stable Retrieval</a:t>
            </a:r>
            <a:endParaRPr lang="en-US" sz="1250" dirty="0"/>
          </a:p>
        </p:txBody>
      </p:sp>
      <p:sp>
        <p:nvSpPr>
          <p:cNvPr id="39" name="Text 32"/>
          <p:cNvSpPr txBox="1"/>
          <p:nvPr/>
        </p:nvSpPr>
        <p:spPr>
          <a:xfrm>
            <a:off x="7452360" y="3803904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Stage-scoped queries automatically pull in content from stages they depend on, always searching only the latest, verified version of each document.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675120" y="4471416"/>
            <a:ext cx="4937760" cy="896112"/>
          </a:xfrm>
          <a:prstGeom prst="roundRect">
            <a:avLst>
              <a:gd name="adj" fmla="val 61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4"/>
          <p:cNvSpPr/>
          <p:nvPr/>
        </p:nvSpPr>
        <p:spPr>
          <a:xfrm>
            <a:off x="6839712" y="46268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5" descr="icon_activ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4736592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7452360" y="45628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&amp; Activity Management</a:t>
            </a:r>
            <a:endParaRPr lang="en-US" sz="1250" dirty="0"/>
          </a:p>
        </p:txBody>
      </p:sp>
      <p:sp>
        <p:nvSpPr>
          <p:cNvPr id="44" name="Text 36"/>
          <p:cNvSpPr txBox="1"/>
          <p:nvPr/>
        </p:nvSpPr>
        <p:spPr>
          <a:xfrm>
            <a:off x="7452360" y="4837176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traceability, scoped by who's allowed to see what.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Walkthrough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737360" y="1463040"/>
            <a:ext cx="8686800" cy="4572000"/>
          </a:xfrm>
          <a:prstGeom prst="roundRect">
            <a:avLst>
              <a:gd name="adj" fmla="val 1600"/>
            </a:avLst>
          </a:prstGeom>
          <a:solidFill>
            <a:srgbClr val="F4F6FC"/>
          </a:solidFill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532120" y="283464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467" y="309798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41605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/ short walkthrough video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4572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Interface, Document Uploading Process (Stage Gated) and Key Features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differentiates us from current/similar Products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2732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14400" y="184708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ABAC enforced live across upload, retrieval, and every access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914400" y="262432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Structure Scanner and Drafting Agent built into the document lifecycle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547872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914400" y="3401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search with real-time, never-cached access control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325112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914400" y="417880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Stage-gated approvals and full audit traceability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1417320"/>
            <a:ext cx="5394960" cy="4585716"/>
          </a:xfrm>
          <a:prstGeom prst="roundRect">
            <a:avLst>
              <a:gd name="adj" fmla="val 1595"/>
            </a:avLst>
          </a:prstGeom>
          <a:solidFill>
            <a:srgbClr val="2732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72084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20840" y="2331720"/>
            <a:ext cx="502920" cy="502920"/>
          </a:xfrm>
          <a:prstGeom prst="ellipse">
            <a:avLst/>
          </a:prstGeom>
          <a:solidFill>
            <a:srgbClr val="3A47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0" descr="ico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541" y="2452421"/>
            <a:ext cx="261518" cy="26151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406640" y="2377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integrations via API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720840" y="3200400"/>
            <a:ext cx="502920" cy="502920"/>
          </a:xfrm>
          <a:prstGeom prst="ellipse">
            <a:avLst/>
          </a:prstGeom>
          <a:solidFill>
            <a:srgbClr val="3A47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1" descr="icon_bar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541" y="3321101"/>
            <a:ext cx="261518" cy="26151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406640" y="3246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Dashboards etc.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349</Words>
  <Application>Microsoft Office PowerPoint</Application>
  <PresentationFormat>Widescreen</PresentationFormat>
  <Paragraphs>52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[BTECH-036-2023-24] APURV HARSH</cp:lastModifiedBy>
  <cp:revision>2</cp:revision>
  <dcterms:created xsi:type="dcterms:W3CDTF">2026-09-10T12:57:26Z</dcterms:created>
  <dcterms:modified xsi:type="dcterms:W3CDTF">2026-09-11T09:27:35Z</dcterms:modified>
</cp:coreProperties>
</file>